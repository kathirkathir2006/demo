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1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2167128" cy="32918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INDUSTRY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Python in 2026: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AI, cybersecurity, cloud, DevOps and automation all rely heavily on Python.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Python is a practical skill across modern tech teams.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One language can open multiple career tracks.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Day 1 starts with control: talk, remember, listen.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01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947672" cy="329184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MARKET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The Tech Market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Companies hire problem-solvers, not certificate collectors.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Python appears in automation, AI, data and platform roles.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Hiring teams value clear thinking and project evidence.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Your learning goal: build small proof every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02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3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2167128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WHERE IT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Where Python Is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AI assistants, cloud automation, security tools, analytics and web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AI: prompts, models, agents and data pipelines.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Cloud and DevOps: scripts, APIs and infrastructure helpers.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Cybersecurity: scanning, parsing logs and building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03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4_car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508760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CAREER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Career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Python can become your common language across tech specializations.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AI Engineer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Cybersecurity Analyst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DevOps Engineer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Cloud Engineer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Data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04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5_three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2057400" cy="329184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DAY 1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What You Will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Talk. Remember. Listen.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Talk: print() shows output.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Remember: variables store values.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Listen: input() collects user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05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6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618487" cy="32918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How Python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You write code -&gt; Python interprets it -&gt; the computer executes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The interpreter reads your code.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Instructions run in order.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The result appears in the terminal or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06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7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837944" cy="329184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FIRST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First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The smallest useful program is a message on the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print() is your first output command.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Quotes hold text.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Parentheses carry the message into the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983480"/>
            <a:ext cx="4892040" cy="1051560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66360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scadia Mono"/>
              </a:rPr>
              <a:t>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0408"/>
            <a:ext cx="4434840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scadia Mono"/>
              </a:rPr>
              <a:t>print('Hello Vallinate')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07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8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837944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DEBUG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Errors Are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Errors help developers locate problems quickly.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An error is not a failure.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Read the line number first.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Fix one problem, then run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983480"/>
            <a:ext cx="4892040" cy="1051560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66360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scadia Mono"/>
              </a:rPr>
              <a:t>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0408"/>
            <a:ext cx="4434840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scadia Mono"/>
              </a:rPr>
              <a:t>print('Hello Vallinate'
# missing closing parenthesis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08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9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399032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Applications remember users, products and settings using stored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A variable is a name tag for a value.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Use readable names.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Change the value once, reuse it many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983480"/>
            <a:ext cx="4892040" cy="1051560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66360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scadia Mono"/>
              </a:rPr>
              <a:t>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0408"/>
            <a:ext cx="4434840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scadia Mono"/>
              </a:rPr>
              <a:t>name = 'Vallinate'
role = 'AI Engineer'
print(name, role)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09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0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508760" cy="329184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Data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String, integer, float and boolean with real-world examples.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str: text like a name or city.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int: whole numbers like age or score.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float: decimals like price or rating.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bool: True or False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10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1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960120" cy="32918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Collect information from users like login and signup 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input() pauses the program.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The user types an answer.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Python stores that answer as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983480"/>
            <a:ext cx="4892040" cy="1051560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66360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scadia Mono"/>
              </a:rPr>
              <a:t>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0408"/>
            <a:ext cx="4434840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scadia Mono"/>
              </a:rPr>
              <a:t>name = input('Your name: ')
print('Welcome', 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11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2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728216" cy="329184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Career Path Generator: ask name and dream role, then display a personalized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This feels like a real app interaction.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It combines print(), variables and input().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It gives learners a Day 1 win.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983480"/>
            <a:ext cx="4892040" cy="1051560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66360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scadia Mono"/>
              </a:rPr>
              <a:t>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0408"/>
            <a:ext cx="4434840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scadia Mono"/>
              </a:rPr>
              <a:t>name = input('Name: ')
role = input('Dream role: ')
print(name, 'can start the path to', role)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12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3_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228600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INDUSTRY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Industry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Modify the project for AI, cybersecurity, cloud or DevOps careers.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Ask for one target career.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Print a custom first project idea.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Share the output in the comments.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13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4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947672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90-DAY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90-Day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Basics -&gt; projects -&gt; automation -&gt; specialization.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Basics: syntax, variables, conditions and loops.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Projects: small apps with visible outcomes.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Automation: files, APIs and repeatable workflows.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Specialization: AI, cyber, cloud, DevOps or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02352"/>
            <a:ext cx="4389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Premium teaching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13248"/>
            <a:ext cx="44348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Connect every concept to real-world work so beginners feel the purpose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14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5_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457200"/>
            <a:ext cx="1728216" cy="329184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0A1C"/>
                </a:solidFill>
                <a:latin typeface="Aptos"/>
              </a:rPr>
              <a:t>NEXT EPISODE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074920" cy="9601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Next Episode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498348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if, else and decision 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0360"/>
            <a:ext cx="4892040" cy="1874519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38912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Next, Python will choose between paths.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Decision making turns scripts into smarter programs.</a:t>
            </a:r>
          </a:p>
          <a:p>
            <a:pPr>
              <a:spcAft>
                <a:spcPts val="9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t>- Bring your mini project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983480"/>
            <a:ext cx="4892040" cy="1051560"/>
          </a:xfrm>
          <a:prstGeom prst="roundRect">
            <a:avLst/>
          </a:prstGeom>
          <a:solidFill>
            <a:srgbClr val="0C122A"/>
          </a:solidFill>
          <a:ln w="13970">
            <a:solidFill>
              <a:srgbClr val="1E2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66360"/>
            <a:ext cx="44348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scadia Mono"/>
              </a:rPr>
              <a:t>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0408"/>
            <a:ext cx="4434840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scadia Mono"/>
              </a:rPr>
              <a:t>if ready:
    print('Day 2 begins')
else:
    print('Rewatch and build again')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914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15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6446520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Vallinate Python Day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