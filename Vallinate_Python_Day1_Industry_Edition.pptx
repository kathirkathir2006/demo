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in 2026: Why It Matters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AI, Cybersecurity, Cloud, DevOps and Automation all rely heavily on Python.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Tech Market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Companies hire for problem-solvers. Python is a common skill across multiple tech careers.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Python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assistants, cloud automation, security tools, data analytics, web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→ AI Engineer, Cybersecurity Analyst, DevOps Engineer, Cloud Engineer, Data Engineer.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Talk (print), Remember (variables), Listen (input).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Python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write code → Python interprets it → Computer executes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print('Hello Vallinate')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Errors Are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Errors help developers locate problems quickly.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remember users, products and settings using stored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String, Integer, Float, Boolean with real-world examples.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information from users just like login and signup forms.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Path Generator: Ask name and dream role, then display a personalized message.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Modify the project for AI, Cybersecurity, Cloud or DevOps careers.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90-Day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Basics → Projects → Automation → Specialization.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Episode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if, else and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