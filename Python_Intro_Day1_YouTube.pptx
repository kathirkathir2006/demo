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02920"/>
            <a:ext cx="1737360" cy="1737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41732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1901952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25780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621792"/>
            <a:ext cx="324612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A CINEMATIC INTRO FOR ABSOLUTE BEGINNERS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03504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Python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12848"/>
            <a:ext cx="630936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2D3EE"/>
                </a:solidFill>
                <a:latin typeface="Aptos"/>
              </a:rPr>
              <a:t>Make the computer listen.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5760720" cy="8229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Aptos"/>
              </a:rPr>
              <a:t>A Day 1 Python experience for viewers who want to build, not just watch.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3794760"/>
            <a:ext cx="4389120" cy="16002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0" y="3794760"/>
            <a:ext cx="438912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22592" y="395020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51192" y="395020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79792" y="395020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71231" y="3913632"/>
            <a:ext cx="347472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first_moment.py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453128"/>
            <a:ext cx="388620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&gt;&gt;&gt; print("I can make the computer listen")
I can make the computer listen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01 /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Cold open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143000" cy="384048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COLD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Before Python, you already think like a programmer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Daily life is full of tiny algorithms.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154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91440" cy="2103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496312"/>
            <a:ext cx="27432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Ordering tea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16936"/>
            <a:ext cx="2743200" cy="14173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If sugar is low, add more. If guests come, make extra.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331720"/>
            <a:ext cx="3154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331720"/>
            <a:ext cx="91440" cy="2103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496312"/>
            <a:ext cx="27432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Choosing a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916936"/>
            <a:ext cx="2743200" cy="14173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Compare time, traffic, distance, then decide.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331720"/>
            <a:ext cx="31546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2331720"/>
            <a:ext cx="91440" cy="2103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2496312"/>
            <a:ext cx="27432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Editing a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916936"/>
            <a:ext cx="2743200" cy="14173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Cut clip, add title, export, upload.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996696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E293B"/>
                </a:solidFill>
                <a:latin typeface="Aptos"/>
              </a:rPr>
              <a:t>Hook line for video: "You are not learning a language first. You are learning how to give instructions."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02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Cold 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02920"/>
            <a:ext cx="1737360" cy="1737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41732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1901952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25780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47472"/>
            <a:ext cx="109728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Today's episode has 3 acts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Talk. Store. Ask.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331720"/>
            <a:ext cx="914400" cy="914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23744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A1022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93008"/>
            <a:ext cx="22860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Talk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3977639"/>
            <a:ext cx="2560320" cy="5943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50" b="0">
                <a:solidFill>
                  <a:srgbClr val="CBD5E1"/>
                </a:solidFill>
                <a:latin typeface="Aptos"/>
              </a:rPr>
              <a:t>print() makes Python speak.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15184"/>
            <a:ext cx="548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-&gt;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331720"/>
            <a:ext cx="914400" cy="91440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523744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A1022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493008"/>
            <a:ext cx="22860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79" y="3977639"/>
            <a:ext cx="2560320" cy="5943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50" b="0">
                <a:solidFill>
                  <a:srgbClr val="CBD5E1"/>
                </a:solidFill>
                <a:latin typeface="Aptos"/>
              </a:rPr>
              <a:t>Variables hold useful values.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615184"/>
            <a:ext cx="5486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ptos"/>
              </a:rPr>
              <a:t>-&gt;</a:t>
            </a:r>
          </a:p>
        </p:txBody>
      </p:sp>
      <p:sp>
        <p:nvSpPr>
          <p:cNvPr id="20" name="Oval 19"/>
          <p:cNvSpPr/>
          <p:nvPr/>
        </p:nvSpPr>
        <p:spPr>
          <a:xfrm>
            <a:off x="8321040" y="2331720"/>
            <a:ext cx="914400" cy="9144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523744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A1022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493008"/>
            <a:ext cx="22860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977639"/>
            <a:ext cx="2560320" cy="5943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50" b="0">
                <a:solidFill>
                  <a:srgbClr val="CBD5E1"/>
                </a:solidFill>
                <a:latin typeface="Aptos"/>
              </a:rPr>
              <a:t>input() makes the program interactive.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03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41732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Programming is not magic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It is a deal between you and a very fast, very literal intern.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286000"/>
            <a:ext cx="530352" cy="5303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04872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You give exact instructions.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46120"/>
            <a:ext cx="530352" cy="5303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91839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The computer follows them in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06240"/>
            <a:ext cx="530352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25112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51959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If words are unclear, it complains with an error.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04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Mindset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41732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WHAT IS PYTHON?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Python is the friendly language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It lets human ideas travel into machine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286000"/>
            <a:ext cx="530352" cy="5303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04872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Readable enough for beginners.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46120"/>
            <a:ext cx="530352" cy="5303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91839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Powerful enough for automation, AI, web apps, and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06240"/>
            <a:ext cx="530352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25112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51959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Used by creators to save time and build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05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What is Python?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234440" cy="384048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HOW IT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What happens when you run Python?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Your code goes through a simple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2788920" cy="1508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39" y="2743200"/>
            <a:ext cx="25146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Write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99232"/>
            <a:ext cx="5029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514600"/>
            <a:ext cx="2788920" cy="1508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5146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46120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Interprets line by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999232"/>
            <a:ext cx="5029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64748B"/>
                </a:solidFill>
                <a:latin typeface="Aptos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59" y="2514600"/>
            <a:ext cx="2788920" cy="15087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743200"/>
            <a:ext cx="25146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Aptos"/>
              </a:rPr>
              <a:t>Computer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3246120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Shows result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4709160"/>
            <a:ext cx="5349240" cy="1143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4709160"/>
            <a:ext cx="534924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3592" y="486460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22191" y="486460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50791" y="486460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4828032"/>
            <a:ext cx="443484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terminal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367528"/>
            <a:ext cx="48463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$ python demo.py
Hello from Python!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06 / 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How it runs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02920"/>
            <a:ext cx="1737360" cy="1737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41732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1901952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25780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47472"/>
            <a:ext cx="105156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Day 1 setup: keep it simple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You only need three places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514600"/>
            <a:ext cx="91440" cy="1828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2679192"/>
            <a:ext cx="2423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99816"/>
            <a:ext cx="2423160" cy="11430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language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51460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14600"/>
            <a:ext cx="91440" cy="18288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3752" y="2679192"/>
            <a:ext cx="2423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Editor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099816"/>
            <a:ext cx="2423160" cy="11430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Where you write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2514600"/>
            <a:ext cx="28346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2514600"/>
            <a:ext cx="91440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2679192"/>
            <a:ext cx="24231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1352" y="3099816"/>
            <a:ext cx="2423160" cy="11430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Where you run and see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24128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BD5E1"/>
                </a:solidFill>
                <a:latin typeface="Aptos"/>
              </a:rPr>
              <a:t>Creator tip: show your screen from the first run, not only slides. Beginners trust what they can see.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07 /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41732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FIRST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First spell: make Python speak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The smallest useful program is a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6629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48840"/>
            <a:ext cx="6629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30428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1872" y="230428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472" y="230428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2267712"/>
            <a:ext cx="5715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6126480" cy="20116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print("Hello, future Python builder!")
print("Today I control the computer.")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331720"/>
            <a:ext cx="3154680" cy="2057400"/>
          </a:xfrm>
          <a:prstGeom prst="round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633472"/>
            <a:ext cx="2651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Aptos"/>
              </a:rPr>
              <a:t>Decode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54680"/>
            <a:ext cx="251460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print() sends text to the screen.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08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First code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051560" cy="38404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Errors are not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They are Python's way of pointing at the confusion.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49834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94560"/>
            <a:ext cx="49834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35000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1872" y="235000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472" y="235000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2313432"/>
            <a:ext cx="40690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broken.py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52928"/>
            <a:ext cx="4480560" cy="1325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print("Hello Day 1"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94560"/>
            <a:ext cx="49834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194560"/>
            <a:ext cx="49834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19672" y="235000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48272" y="235000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76872" y="235000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2313432"/>
            <a:ext cx="40690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fixed.py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852928"/>
            <a:ext cx="4480560" cy="1325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print("Hello Day 1")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1014984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Aptos"/>
              </a:rPr>
              <a:t>Beginner mindset shift: an error is a map marker. It says, "Look here first."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09 / 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41732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Variables are name tags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A variable gives a useful value a short name.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286000"/>
            <a:ext cx="530352" cy="5303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04872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31720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channel = "Code With Me"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46120"/>
            <a:ext cx="530352" cy="5303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291839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episode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206240"/>
            <a:ext cx="530352" cy="530352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325112"/>
            <a:ext cx="530352" cy="1645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51959"/>
            <a:ext cx="850392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topic = "Python basics"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10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Variables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41732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Variables make code reusable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Change one value, update the whole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6629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48840"/>
            <a:ext cx="6629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30428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1872" y="230428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472" y="230428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2267712"/>
            <a:ext cx="5715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6126480" cy="20116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channel = "Code With Me"
topic = "Python"
print("Welcome to", channel)
print("Today we start", topic)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331720"/>
            <a:ext cx="3154680" cy="2057400"/>
          </a:xfrm>
          <a:prstGeom prst="round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633472"/>
            <a:ext cx="2651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Aptos"/>
              </a:rPr>
              <a:t>Decode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54680"/>
            <a:ext cx="251460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 name can be reused many times.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11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Variables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325880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Python stores different kinds of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Do not memorise. Notice the shape.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423160"/>
            <a:ext cx="713232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68880"/>
            <a:ext cx="16459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1827"/>
                </a:solidFill>
                <a:latin typeface="Cascadia Mono"/>
              </a:rPr>
              <a:t>"hello"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2514600"/>
            <a:ext cx="1645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4028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2423160"/>
            <a:ext cx="713232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68880"/>
            <a:ext cx="16459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1827"/>
                </a:solidFill>
                <a:latin typeface="Cascadia Mono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514600"/>
            <a:ext cx="1645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whole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9476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3977640"/>
            <a:ext cx="713232" cy="384048"/>
          </a:xfrm>
          <a:prstGeom prst="round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FLOAT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23360"/>
            <a:ext cx="16459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1827"/>
                </a:solidFill>
                <a:latin typeface="Cascadia Mono"/>
              </a:rPr>
              <a:t>3.14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4069080"/>
            <a:ext cx="1645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decimal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94760"/>
            <a:ext cx="4892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3977640"/>
            <a:ext cx="713232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023360"/>
            <a:ext cx="164592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41827"/>
                </a:solidFill>
                <a:latin typeface="Cascadia Mono"/>
              </a:rPr>
              <a:t>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16459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yes/no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12 /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Data types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41732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input() makes the program listen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Now the viewer becomes part of the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6629400" cy="28346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148840"/>
            <a:ext cx="6629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30428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61872" y="230428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90472" y="230428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2267712"/>
            <a:ext cx="571500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07208"/>
            <a:ext cx="6126480" cy="20116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name = input("What is your name? ")
print("Welcome,", name)
print("Your Python journey starts now.")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2331720"/>
            <a:ext cx="3154680" cy="2057400"/>
          </a:xfrm>
          <a:prstGeom prst="round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633472"/>
            <a:ext cx="2651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Aptos"/>
              </a:rPr>
              <a:t>Decode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154680"/>
            <a:ext cx="2514600" cy="7772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input() pauses and waits for the user.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13 /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Input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02920"/>
            <a:ext cx="1737360" cy="1737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41732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1901952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25780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47472"/>
            <a:ext cx="1234440" cy="384048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Mini project: YouTube hook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Build something your audience can instantly understand.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965960"/>
            <a:ext cx="6812280" cy="34290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965960"/>
            <a:ext cx="68122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1" y="212140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61872" y="212140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90472" y="212140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81912" y="2084831"/>
            <a:ext cx="58978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creator_hook.py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24328"/>
            <a:ext cx="6309360" cy="2606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channel = input("Channel name: ")
topic = input("Video topic: ")
vibe = input("Vibe: ")
print("Welcome to", channel)
print("Today we make", topic, "feel", vibe)
print("Watch till the end for your first Python win!")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240280"/>
            <a:ext cx="29260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Aptos"/>
              </a:rPr>
              <a:t>Why this is 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788920"/>
            <a:ext cx="2743200" cy="12344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The first project is not a calculator. It connects Python to the viewer's own YouTube world.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14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Mini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14300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Pause-and-build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Give viewers a reason to touch the keyboard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86000"/>
            <a:ext cx="91440" cy="2331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450592"/>
            <a:ext cx="27432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871216"/>
            <a:ext cx="2743200" cy="16459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Print your name, city, and dream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2860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286000"/>
            <a:ext cx="91440" cy="23317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450592"/>
            <a:ext cx="27432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Level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871216"/>
            <a:ext cx="2743200" cy="16459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Ask for a name and greet the viewer.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286000"/>
            <a:ext cx="31546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2286000"/>
            <a:ext cx="91440" cy="2331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2450592"/>
            <a:ext cx="274320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Level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871216"/>
            <a:ext cx="2743200" cy="16459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Ask for topic + vibe, then create a video intro 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Aptos"/>
              </a:rPr>
              <a:t>On-camera prompt: "Pause here. Choose one level. I will wait three seconds."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15 /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Practice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02920"/>
            <a:ext cx="1737360" cy="1737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41732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1901952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25780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47472"/>
            <a:ext cx="1051560" cy="38404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RECAP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Day 1 memory hooks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ptos"/>
              </a:rPr>
              <a:t>If viewers remember only this, they can continue.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240280"/>
            <a:ext cx="4480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0120" y="2240280"/>
            <a:ext cx="91440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6152" y="2404872"/>
            <a:ext cx="40690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print()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825496"/>
            <a:ext cx="40690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print() = Python talks.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40280"/>
            <a:ext cx="4480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240280"/>
            <a:ext cx="91440" cy="9601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404872"/>
            <a:ext cx="40690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variables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25496"/>
            <a:ext cx="40690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variables = Python remembers.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657600"/>
            <a:ext cx="4480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0120" y="3657600"/>
            <a:ext cx="91440" cy="9601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16152" y="3822191"/>
            <a:ext cx="40690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input()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2816"/>
            <a:ext cx="40690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input() = Python listens.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657600"/>
            <a:ext cx="44805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657600"/>
            <a:ext cx="9144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822191"/>
            <a:ext cx="406908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141827"/>
                </a:solidFill>
                <a:latin typeface="Aptos"/>
              </a:rPr>
              <a:t>errors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42816"/>
            <a:ext cx="40690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errors = Python gives clues.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16 /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Recap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47472"/>
            <a:ext cx="1234440" cy="384048"/>
          </a:xfrm>
          <a:prstGeom prst="round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1022"/>
                </a:solidFill>
                <a:latin typeface="Aptos"/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7680960" cy="6858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400" b="1">
                <a:solidFill>
                  <a:srgbClr val="141827"/>
                </a:solidFill>
                <a:latin typeface="Aptos"/>
              </a:rPr>
              <a:t>Your Day 1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25880"/>
            <a:ext cx="822960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Aptos"/>
              </a:rPr>
              <a:t>Build a tiny personal intro bot.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365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ptos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48840"/>
            <a:ext cx="8778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Ask for name, city, and dream skill.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63240"/>
            <a:ext cx="365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ptos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063240"/>
            <a:ext cx="8778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Print a friendly intro in 3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36576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Aptos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977639"/>
            <a:ext cx="8778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141827"/>
                </a:solidFill>
                <a:latin typeface="Aptos"/>
              </a:rPr>
              <a:t>Comment your output under the video.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166360"/>
            <a:ext cx="1014984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Aptos"/>
              </a:rPr>
              <a:t>Comment prompt: "Paste your bot output below. I will heart the cleanest ones."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17 /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Homework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502920"/>
            <a:ext cx="1737360" cy="173736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417320"/>
            <a:ext cx="1005840" cy="10058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1901952"/>
            <a:ext cx="548640" cy="5486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257800"/>
            <a:ext cx="502920" cy="502920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347472"/>
            <a:ext cx="150876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 EPISODE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486400" cy="7315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"/>
              </a:rPr>
              <a:t>Next: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61264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1">
                <a:solidFill>
                  <a:srgbClr val="22D3EE"/>
                </a:solidFill>
                <a:latin typeface="Aptos"/>
              </a:rPr>
              <a:t>We teach Python to choose with if / else.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154680"/>
            <a:ext cx="4526280" cy="196596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3154680"/>
            <a:ext cx="452628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56831" y="3310128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85431" y="3310128"/>
            <a:ext cx="109728" cy="109728"/>
          </a:xfrm>
          <a:prstGeom prst="ellipse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14031" y="3310128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3273552"/>
            <a:ext cx="3611880" cy="182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Cascadia Mono"/>
              </a:rPr>
              <a:t>day2_teaser.py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3813048"/>
            <a:ext cx="4023360" cy="11430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Cascadia Mono"/>
              </a:rPr>
              <a:t>if viewer_is_ready:
    print("See you in Day 2")
else:
    print("Replay Day 1 and build again")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389120"/>
            <a:ext cx="52120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000" b="1">
                <a:solidFill>
                  <a:srgbClr val="CBD5E1"/>
                </a:solidFill>
                <a:latin typeface="Aptos"/>
              </a:rPr>
              <a:t>Like, subscribe, and bring your Day 1 output.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91440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18 /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6419088"/>
            <a:ext cx="2331720" cy="2286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ptos"/>
              </a:rPr>
              <a:t>Next episode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